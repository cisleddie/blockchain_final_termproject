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65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809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A8B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BLOCKCHAIN × 3GPP STANDARDIZATION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ContribChain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2395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</a:rPr>
              <a:t>3GPP 기고문 기여 보상 DApp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Solidity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30632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82880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ERC-20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30632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4612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ERC-721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0632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30632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08076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ethers.js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30632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9808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754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4748B"/>
                </a:solidFill>
                <a:latin typeface="+mj-ea"/>
                <a:ea typeface="+mj-ea"/>
              </a:rPr>
              <a:t>전자공학부 </a:t>
            </a:r>
            <a:r>
              <a:rPr lang="en-US" sz="1000" dirty="0">
                <a:solidFill>
                  <a:srgbClr val="64748B"/>
                </a:solidFill>
                <a:latin typeface="+mj-ea"/>
                <a:ea typeface="+mj-ea"/>
              </a:rPr>
              <a:t>20211404 </a:t>
            </a:r>
            <a:r>
              <a:rPr lang="ko-KR" altLang="en-US" sz="1000" dirty="0">
                <a:solidFill>
                  <a:srgbClr val="64748B"/>
                </a:solidFill>
                <a:latin typeface="+mj-ea"/>
                <a:ea typeface="+mj-ea"/>
              </a:rPr>
              <a:t>김준성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9469F6A-0140-8121-8C0B-5A7D9E869CA5}"/>
              </a:ext>
            </a:extLst>
          </p:cNvPr>
          <p:cNvSpPr/>
          <p:nvPr/>
        </p:nvSpPr>
        <p:spPr>
          <a:xfrm>
            <a:off x="411480" y="45725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+mj-ea"/>
                <a:ea typeface="+mj-ea"/>
              </a:rPr>
              <a:t>블록체인 응용 수업 텀 프로젝트  ·  2026.05.26</a:t>
            </a:r>
            <a:endParaRPr lang="en-US" sz="1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기존 방식의 문제점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64008" cy="9875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⚠️  기여 이력의 불투명성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2529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3GPP 포털에서 문서 번호 단위로만 관리 — 개인 단위 온체인 기록 없음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회사 변경 또는 기관 폐쇄 시 기여 이력 증명 불가능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56816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64008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⚖️  보상의 주관성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4086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스펙 반영 시 개인 보상은 소속 기관 판단에 전적으로 의존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외부 검증 가능한 객관적 보상 기준 부재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72384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74320" y="3072384"/>
            <a:ext cx="64008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145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🔒  중앙화된 신뢰 의존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45643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중앙 DB 저장 시 관리 주체가 임의로 수정/삭제 가능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데이터 무결성과 투명성 보장이 제3자 신뢰에 의존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315968"/>
            <a:ext cx="8595360" cy="594360"/>
          </a:xfrm>
          <a:prstGeom prst="rect">
            <a:avLst/>
          </a:prstGeom>
          <a:solidFill>
            <a:srgbClr val="0D1B3E">
              <a:alpha val="95000"/>
            </a:srgbClr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"기여한 사실과 그에 따른 보상이, 누구도 조작할 수 없는 방식으로 자동 기록되고 지급되어야 합니다."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솔루션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기고문이 3GPP 스펙에 반영되는 순간, 스마트 컨트랙트가 자동으로 NFT와 토큰을 지급합니다.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동작 요약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93852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9110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기고문 PDF의 keccak256 해시를 스마트 컨트랙트에 등록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322576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2295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기고문이 3GPP TS/TR에 반영되면 오라클 서버가 감지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706624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679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컨트랙트가 NFT(기여 증명)와 PHYToken(보상 토큰)을 동시 발행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09067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모든 이력이 퍼블릭 체인에 영구 기록 — 조작 불가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508760"/>
            <a:ext cx="1965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37760" y="1508760"/>
            <a:ext cx="196596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0" y="15179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ContribNFT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18653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ERC-721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47488" y="22128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·  기고문 번호, 반영된 TS명, 날짜, 기여 등급 포함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47488" y="26700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·  연구자의 영구 기여 증명서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47488" y="31272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·  소유권 증명이 온체인에 기록됨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1508760"/>
            <a:ext cx="1965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040880" y="1508760"/>
            <a:ext cx="19659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32320" y="15179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PHYToken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18653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ERC-20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50608" y="22128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·  부분 반영: 50 token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50608" y="26700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·  완전 채택: 100 token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0608" y="31272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·  보상용 유틸리티 토큰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기술 스택 ①  —  스마트 컨트랙트 &amp; 백엔드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42062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420624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3192" y="8229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ContribRegistry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47872" y="89611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47872" y="896112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Solidity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1444752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3E"/>
                </a:solidFill>
              </a:rPr>
              <a:t>기고문 해시와 제출자 지갑 주소를 체인에 저장하는 핵심 컨트랙트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" y="1993392"/>
            <a:ext cx="3913632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2064" y="1993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register(bytes32 hash) — 기고문 등록 시 연구자가 호출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" y="2523744"/>
            <a:ext cx="3913632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12064" y="25237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approve(uint256 id) — 토큰 전송과 NFT 민팅 자동 트리거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3054096"/>
            <a:ext cx="3913632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12064" y="30540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상태 관리: pending → approved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" y="3584448"/>
            <a:ext cx="3913632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12064" y="35844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OpenZeppelin ERC-20/721 상속 구조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18304" y="822960"/>
            <a:ext cx="42062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18304" y="822960"/>
            <a:ext cx="420624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55464" y="8229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FastAPI (오라클 서버)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10144" y="89611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010144" y="896112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55464" y="1444752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3E"/>
                </a:solidFill>
              </a:rPr>
              <a:t>블록체인이 외부에 접근 불가 → FastAPI가 3GPP 문서 확인 후 컨트랙트 대신 호출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55464" y="1993392"/>
            <a:ext cx="3913632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74336" y="1993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POST /approve/{id} — Web3.py로 approve() 실행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55464" y="2523744"/>
            <a:ext cx="3913632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74336" y="25237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GET /status/{id} — 기고문 승인 상태 조회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55464" y="3054096"/>
            <a:ext cx="3913632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74336" y="30540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관리자 지갑 키로 트랜잭션 서명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55464" y="3584448"/>
            <a:ext cx="3913632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974336" y="35844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시연용: 수동 승인 방식으로 단순화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기술 스택 ②  —  프론트엔드 &amp; 라이브러리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834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28346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 18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40817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3E"/>
                </a:solidFill>
              </a:rPr>
              <a:t>웹 UI를 컴포넌트 단위로 구성하는 JS 라이브러리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95681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WalletConnect — MetaMask 연결, 주소·잔액 표시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255117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RegisterForm — 파일 업로드, 해시 생성, 등록 트랜잭션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314553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ContribList — 등록 기고문 목록 및 승인 상태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373989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NFTGallery — 수령한 NFT 카드 목록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822960"/>
            <a:ext cx="2834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172968" y="822960"/>
            <a:ext cx="2834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64408" y="822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ethers.js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82696" y="140817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3E"/>
                </a:solidFill>
              </a:rPr>
              <a:t>브라우저에서 이더리움과 통신하는 JS 라이브러리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82696" y="195681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Provider — 블록체인 읽기 전용 연결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82696" y="255117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Signer — MetaMask 지갑 서명 객체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2696" y="314553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Contract — 주소 + ABI로 컨트랙트 함수 호출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63056" y="822960"/>
            <a:ext cx="2834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63056" y="822960"/>
            <a:ext cx="28346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54496" y="822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Web3.py / 기타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2784" y="140817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3E"/>
                </a:solidFill>
              </a:rPr>
              <a:t>백엔드 &amp; 블록체인 연결 도구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72784" y="195681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Web3.py — ethers.js의 파이썬 버전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72784" y="255117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keccak256 — 파일을 해시값으로 변환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72784" y="314553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OpenZeppelin — ERC-20/721 표준 구현체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72784" y="373989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›  Sepolia — 이더리움 무료 테스트넷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함수 호출 흐름 (핵심)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8346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38328" y="86868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38328" y="868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68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기고문 등록 (연구자 → 체인)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" y="1325880"/>
            <a:ext cx="2615184" cy="3401568"/>
          </a:xfrm>
          <a:prstGeom prst="rect">
            <a:avLst/>
          </a:prstGeom>
          <a:solidFill>
            <a:srgbClr val="0D1428"/>
          </a:solidFill>
          <a:ln w="12700">
            <a:solidFill>
              <a:srgbClr val="1A2A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[브라우저]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ethers.utils.keccak256(fileBytes)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contract.register(hash)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MetaMask 서명 → Sepolia 전송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ContribRegistry 저장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777240"/>
            <a:ext cx="28346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328416" y="86868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28416" y="868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67328" y="868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스펙 반영 확인 및 승인 (오라클 → 체인)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28416" y="1325880"/>
            <a:ext cx="2615184" cy="3401568"/>
          </a:xfrm>
          <a:prstGeom prst="rect">
            <a:avLst/>
          </a:prstGeom>
          <a:solidFill>
            <a:srgbClr val="0D1428"/>
          </a:solidFill>
          <a:ln w="12700">
            <a:solidFill>
              <a:srgbClr val="1A2A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01568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[FastAPI 서버]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01568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web3.eth.contract(address, ABI)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01568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contract.functions.approve(id)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01568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w3.eth.send_raw_transaction(signed)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01568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[ContribRegistry 내부] → PHYToken.transfer() + ContribNFT.mint()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08776" y="777240"/>
            <a:ext cx="28346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318504" y="86868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318504" y="868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57416" y="868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결과 조회 (체인 → 프론트)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18504" y="1325880"/>
            <a:ext cx="2615184" cy="3401568"/>
          </a:xfrm>
          <a:prstGeom prst="rect">
            <a:avLst/>
          </a:prstGeom>
          <a:solidFill>
            <a:srgbClr val="0D1428"/>
          </a:solidFill>
          <a:ln w="12700">
            <a:solidFill>
              <a:srgbClr val="1A2A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391656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[브라우저]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91656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PHYToken.balanceOf(addr)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91656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ContribNFT.tokensOfOwner(addr)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91656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A8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React 상태 업데이트 → 화면 렌더링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구현 계획  —  4단계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86319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10972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56032" y="822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</a:rPr>
              <a:t>스마트 컨트랙트 작성·배포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91440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PHYToken(ERC-20), ContribNFT(ERC-721), ContribRegistry 작성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117043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Remix IDE에서 컴파일 후 Sepolia 배포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42646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컨트랙트 주소 및 ABI 저장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874520"/>
            <a:ext cx="86319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56032" y="1874520"/>
            <a:ext cx="109728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6032" y="1874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</a:rPr>
              <a:t>NFT 메타데이터 설계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196596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기고문 번호, TS명, 날짜, 기여 등급을 JSON으로 구성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22219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IPFS 또는 로컬 저장 (시연용)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926080"/>
            <a:ext cx="86319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56032" y="2926080"/>
            <a:ext cx="109728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56032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</a:rPr>
              <a:t>FastAPI 오라클 서버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301752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POST /approve/{id} 엔드포인트 구현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327355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Web3.py로 approve() 함수 호출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352958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시연용 수동 승인 방식으로 단순화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977640"/>
            <a:ext cx="86319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56032" y="3977640"/>
            <a:ext cx="109728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56032" y="3977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" y="4389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</a:rPr>
              <a:t>React 프론트엔드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08760" y="406908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MetaMask 지갑 연결 (ethers.js)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08760" y="432511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기고문 등록 폼 + 해시 생성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08760" y="458114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·  기여 현황 대시보드 + NFT 갤러리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시연 계획  —  5월 26일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93192" y="93268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3192" y="932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9326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웹 앱 접속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13898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MetaMask 연결 / 주소·잔액 확인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383280" y="93268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83280" y="932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9326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파일 업로드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3898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기고문 업로드 → 해시 생성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822960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373368" y="93268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373368" y="932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30568" y="9326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등록 트랜잭션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3368" y="13898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MetaMask 서명 → Sepolia 전송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235915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93192" y="246888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93192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2468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Etherscan 조회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Sepolia Etherscan 트랜잭션 검증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35915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383280" y="246888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383280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2468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관리자 승인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승인 버튼 (오라클 시뮬레이션)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2359152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373368" y="246888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373368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30568" y="2468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NFT 수신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73368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ContribNFT 수신 확인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" y="3895344"/>
            <a:ext cx="2834640" cy="11363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93192" y="400507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93192" y="4005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0392" y="4005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토큰 잔액 확인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3192" y="44622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PHYToken 잔액 증가 확인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A8B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28090"/>
                </a:solidFill>
              </a:rPr>
              <a:t>LIVE DEMO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27249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</a:rPr>
              <a:t>ContribChain — 실제 작동 흐름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331012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3232" y="32826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① 유저 페이지 — MetaMask 연결 &amp; 잔액 확인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694176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13232" y="3666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② 기고문 PDF 업로드 &amp; 온체인 등록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078224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13232" y="4050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③ 관리자 페이지 — 스펙 반영 승인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446227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13232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④ PHYToken 잔액 증가 &amp; 보상 이력 확인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 유저 페이지 — 연구자 화면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mnt/user-data/uploads/177976195334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5029200" cy="4069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577840" y="841248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577840" y="841248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742432" y="896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💼  지갑 연결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42432" y="11704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MetaMask 연결 후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지갑 주소 &amp; PHYToken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잔액 실시간 표시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1865376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577840" y="1865376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742432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📄  기고문 등록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42432" y="21945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번호 입력 + PDF 업로드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→ keccak256 해시 생성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→ 온체인 등록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889504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577840" y="2889504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742432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📋  현황 확인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42432" y="32186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내 기고문 승인 상태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실시간 조회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(대기 / 반영됨)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3913632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577840" y="3913632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742432" y="3968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🏆  보상 이력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42432" y="424281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수령한 PHY + NFT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이력 카드로 표시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 관리자 페이지 — 승인 대기 상태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mnt/user-data/uploads/177976195666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5029200" cy="4069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577840" y="841248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577840" y="841248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742432" y="896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📊  현황 요약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42432" y="11704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전체 2건 / 대기 1건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완료 1건 한눈에 파악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1865376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577840" y="1865376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742432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🔍  기고문 정보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42432" y="21945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번호 / 제출자 지갑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문서 해시 표시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889504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577840" y="2889504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742432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⚖️  등급 선택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42432" y="32186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FULL (100 PHY)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PARTIAL (50 PHY)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선택 후 승인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3913632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577840" y="3913632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742432" y="3968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📡  오라클 동작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42432" y="424281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승인 클릭 →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FastAPI 서버가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트랜잭션 자동 전송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 관리자 페이지 — 승인 완료 &amp; 트랜잭션 확인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mnt/user-data/uploads/177976196045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5029200" cy="4069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577840" y="841248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577840" y="841248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742432" y="896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✅  승인 대기 0건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42432" y="11704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모든 기고문 처리 완료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대기 목록 비워짐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1865376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577840" y="1865376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742432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📡  트랜잭션 히스토리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42432" y="21945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R1-260001: PARTIAL 50 PHY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R1-260002: FULL 100 PHY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각각 NFT 동시 발행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889504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577840" y="2889504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742432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🔗  Etherscan 연동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42432" y="32186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tx hash 클릭 시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Sepolia Etherscan에서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실제 블록 기록 조회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3913632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577840" y="3913632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742432" y="3968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📋  승인 완료 목록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42432" y="424281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두 기고문 모두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✅ 반영됨 상태로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영구 기록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 유저 페이지 — 보상 수령 완료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mnt/user-data/uploads/177976196475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5029200" cy="4069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577840" y="841248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577840" y="841248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742432" y="896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💰  잔액 자동 업데이트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42432" y="11704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1,000,150 PHY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승인 즉시 잔액 반영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1865376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577840" y="1865376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742432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✅  기고문 상태 변경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42432" y="21945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두 건 모두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스펙 반영됨으로 변경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실시간 확인 가능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889504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577840" y="2889504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742432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🎁  보상 상세 표시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42432" y="32186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100 PHY + ContribNFT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발행됨 메시지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각 기고문에 표시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3913632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577840" y="3913632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742432" y="3968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📜  보상 히스토리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42432" y="424281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FULL 등급 100 PHY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두 건 완료 상태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영구 기록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시연으로 증명한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ContribChain이 실제로 작동하는 세 가지 핵심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3383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블록체인 기반 자동 보상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084832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관리자 승인 버튼 하나로 스마트 컨트랙트가 PHYToken 전송과 ContribNFT 민팅을 자동 실행. 중간에 사람이 개입할 여지 없음.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463040"/>
            <a:ext cx="2697480" cy="3383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18688" y="1463040"/>
            <a:ext cx="2697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28416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투명한 기여 이력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28416" y="2084832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모든 등록과 승인이 Sepolia 블록체인에 트랜잭션으로 기록. Etherscan에서 누구나 조회 가능하며 조작 불가.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1463040"/>
            <a:ext cx="2697480" cy="3383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71616" y="1463040"/>
            <a:ext cx="26974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81344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💎  실용적인 토큰 이코노미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81344" y="2084832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기여 등급(FULL/PARTIAL)에 따라 보상이 자동 차등 지급. 기여한 만큼 투명하게 보상받는 구조.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1142</Words>
  <Application>Microsoft Office PowerPoint</Application>
  <PresentationFormat>화면 슬라이드 쇼(16:9)</PresentationFormat>
  <Paragraphs>227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ContribChain</dc:title>
  <dc:subject>PptxGenJS Presentation</dc:subject>
  <dc:creator>PptxGenJS</dc:creator>
  <cp:lastModifiedBy>김준성(학부생-지능형ICT융합전공)</cp:lastModifiedBy>
  <cp:revision>2</cp:revision>
  <dcterms:created xsi:type="dcterms:W3CDTF">2026-05-26T02:28:34Z</dcterms:created>
  <dcterms:modified xsi:type="dcterms:W3CDTF">2026-05-26T04:43:09Z</dcterms:modified>
</cp:coreProperties>
</file>